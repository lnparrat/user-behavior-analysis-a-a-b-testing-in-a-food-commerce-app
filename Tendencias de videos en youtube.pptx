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s/youtube-rojo-social-icono-jugar-1495277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laura.parra1849/viz/proye/Dashboard1?publish=y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8D61C-3A90-2073-B22D-1D3CA59E2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Tendencias de videos en YouTube – análisis por tiempo, país y categoría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BC0B48-5929-07C6-9703-8096B1DB6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Laura Natalia Parra Torres</a:t>
            </a:r>
          </a:p>
          <a:p>
            <a:r>
              <a:rPr lang="es-CO" dirty="0" err="1"/>
              <a:t>Sep</a:t>
            </a:r>
            <a:r>
              <a:rPr lang="es-CO" dirty="0"/>
              <a:t> / 2025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0CF6D6-7B80-1F24-3EC0-88530B0A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415" y="4972491"/>
            <a:ext cx="3665649" cy="16459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4382BA-8E1E-1121-C474-281163238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80533" y="441325"/>
            <a:ext cx="1964267" cy="137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5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464B9-CCC6-49CE-4D77-1C2B57AA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38B28-C939-645B-8937-1F4E454E9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595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dirty="0"/>
              <a:t>Analizar el historial de tendencias en YouTube, proporcionando a los gerentes de planificación de videos publicitarios una herramienta que les permita:</a:t>
            </a:r>
            <a:br>
              <a:rPr lang="es-CO" dirty="0"/>
            </a:br>
            <a:endParaRPr lang="es-CO" dirty="0"/>
          </a:p>
          <a:p>
            <a:pPr algn="just"/>
            <a:r>
              <a:rPr lang="es-CO" dirty="0"/>
              <a:t>Visualizar las tendencias pasadas de videos, organizadas por día y categoría</a:t>
            </a:r>
          </a:p>
          <a:p>
            <a:pPr algn="just"/>
            <a:r>
              <a:rPr lang="es-CO" dirty="0"/>
              <a:t>Identificar la distribución de videos en tendencia por país.</a:t>
            </a:r>
          </a:p>
          <a:p>
            <a:pPr algn="just"/>
            <a:r>
              <a:rPr lang="es-CO" dirty="0"/>
              <a:t>Consultar la relación entre categorías y regiones para detectar patrones de consumo.</a:t>
            </a:r>
          </a:p>
          <a:p>
            <a:pPr algn="just"/>
            <a:endParaRPr lang="es-CO" dirty="0"/>
          </a:p>
          <a:p>
            <a:pPr marL="0" indent="0">
              <a:buNone/>
            </a:pPr>
            <a:r>
              <a:rPr lang="es-CO" dirty="0"/>
              <a:t>El dashboard está diseñado para ser utilizado al menos una vez al día, como apoyo en la toma de decisiones estratégicas sobre planificación y segmentación de contenido publicitario.</a:t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496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E5CFD-9ADA-7EBB-B15F-C21815C7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8B0CE-D535-AD3B-B05B-61281806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usó un </a:t>
            </a:r>
            <a:r>
              <a:rPr lang="es-CO" dirty="0" err="1"/>
              <a:t>dataset</a:t>
            </a:r>
            <a:r>
              <a:rPr lang="es-CO" dirty="0"/>
              <a:t> de tendencias de YouTube.</a:t>
            </a:r>
          </a:p>
          <a:p>
            <a:r>
              <a:rPr lang="es-CO" dirty="0"/>
              <a:t>Y por medio de la herramienta </a:t>
            </a:r>
            <a:r>
              <a:rPr lang="es-CO" dirty="0" err="1"/>
              <a:t>Tableu</a:t>
            </a:r>
            <a:r>
              <a:rPr lang="es-CO" dirty="0"/>
              <a:t>, se llevó a cabo el análisis, a partir de las siguientes variables</a:t>
            </a:r>
          </a:p>
          <a:p>
            <a:pPr lvl="1"/>
            <a:r>
              <a:rPr lang="es-CO" dirty="0"/>
              <a:t> Fecha (</a:t>
            </a:r>
            <a:r>
              <a:rPr lang="es-CO" dirty="0" err="1"/>
              <a:t>trending_date</a:t>
            </a:r>
            <a:r>
              <a:rPr lang="es-CO" dirty="0"/>
              <a:t>)</a:t>
            </a:r>
          </a:p>
          <a:p>
            <a:pPr lvl="1"/>
            <a:r>
              <a:rPr lang="es-CO" dirty="0"/>
              <a:t>País (</a:t>
            </a:r>
            <a:r>
              <a:rPr lang="es-CO" dirty="0" err="1"/>
              <a:t>region</a:t>
            </a:r>
            <a:r>
              <a:rPr lang="es-CO" dirty="0"/>
              <a:t>)</a:t>
            </a:r>
          </a:p>
          <a:p>
            <a:pPr lvl="1"/>
            <a:r>
              <a:rPr lang="es-CO" dirty="0"/>
              <a:t>Categoría (</a:t>
            </a:r>
            <a:r>
              <a:rPr lang="es-CO" dirty="0" err="1"/>
              <a:t>category_title</a:t>
            </a:r>
            <a:r>
              <a:rPr lang="es-CO" dirty="0"/>
              <a:t>)</a:t>
            </a:r>
          </a:p>
          <a:p>
            <a:pPr lvl="1"/>
            <a:r>
              <a:rPr lang="es-CO" dirty="0" err="1"/>
              <a:t>videos_count</a:t>
            </a:r>
            <a:r>
              <a:rPr lang="es-CO" dirty="0"/>
              <a:t> (%relativo también)</a:t>
            </a:r>
          </a:p>
        </p:txBody>
      </p:sp>
    </p:spTree>
    <p:extLst>
      <p:ext uri="{BB962C8B-B14F-4D97-AF65-F5344CB8AC3E}">
        <p14:creationId xmlns:p14="http://schemas.microsoft.com/office/powerpoint/2010/main" val="3097188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7BC04-985B-E5FE-397C-B3DC3519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¿Qué categorías de videos estuvieron en tendencia más frecuentemente?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B6359-64A6-A6FB-369D-44DEE720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314" y="2638040"/>
            <a:ext cx="3740686" cy="3101983"/>
          </a:xfrm>
        </p:spPr>
        <p:txBody>
          <a:bodyPr/>
          <a:lstStyle/>
          <a:p>
            <a:r>
              <a:rPr lang="es-CO" dirty="0"/>
              <a:t>Entretenimiento </a:t>
            </a:r>
          </a:p>
          <a:p>
            <a:r>
              <a:rPr lang="es-CO" dirty="0"/>
              <a:t>Música </a:t>
            </a:r>
          </a:p>
          <a:p>
            <a:r>
              <a:rPr lang="es-CO" dirty="0"/>
              <a:t>Otras categorías relevantes: Comedia, Noticias &amp; Política y Deportes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A14EAE-382D-0008-37DB-271269A8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689" y="2638041"/>
            <a:ext cx="6325989" cy="310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4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28C7C-4753-E36E-F7DE-ECD07E66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¿Cómo se distribuyeron en las regiones?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B1F63-BC4A-248C-9393-4BC523430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445" y="2791325"/>
            <a:ext cx="3864864" cy="3101983"/>
          </a:xfrm>
        </p:spPr>
        <p:txBody>
          <a:bodyPr/>
          <a:lstStyle/>
          <a:p>
            <a:r>
              <a:rPr lang="es-ES" dirty="0"/>
              <a:t>La proporción de categorías varía por país:</a:t>
            </a:r>
          </a:p>
          <a:p>
            <a:pPr marL="0" indent="0">
              <a:buNone/>
            </a:pPr>
            <a:r>
              <a:rPr lang="es-ES" dirty="0"/>
              <a:t>Por ejemplo, Entertainment tienen mayor peso en Francia. India y Estados Unidos, pero en Rusia predomina People &amp; Blogs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316EC7-85FF-6EEF-EC6D-C732970A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12" y="2446133"/>
            <a:ext cx="4164188" cy="40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3C196-40F6-F806-A6D7-E4F99394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¿Hubo diferencias entre las categorías populares en Estados Unidos y en otros lugares?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612166-A1C6-F770-35D2-FD0D2A478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864864" cy="3255264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Sí, por ejemplo en Estados Unidos, la música es muy fuerte, pero el peso de News &amp; Politics es mucho más bajo que en India.</a:t>
            </a:r>
          </a:p>
          <a:p>
            <a:r>
              <a:rPr lang="es-CO" dirty="0"/>
              <a:t>En Rusia por ejemplo, el entretenimiento domina más que la música</a:t>
            </a:r>
          </a:p>
          <a:p>
            <a:r>
              <a:rPr lang="es-CO" dirty="0"/>
              <a:t>En India, News &amp; Politics tiene un peso mucho mayor que en otros países.</a:t>
            </a:r>
          </a:p>
          <a:p>
            <a:r>
              <a:rPr lang="es-CO" dirty="0"/>
              <a:t>En japón, la música es relativamente poco popular en tendencias, a diferencia de EE.U.U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9FB3CE-CB0F-5168-C808-3AA5BACCC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234" y="2381250"/>
            <a:ext cx="3733630" cy="384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6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1AA56-EA5B-EB41-68E5-D81E1E54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7E31A-883A-6096-685F-C3ED3F9A8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Entretenimiento lidera mundialmente</a:t>
            </a:r>
          </a:p>
          <a:p>
            <a:r>
              <a:rPr lang="es-CO" dirty="0"/>
              <a:t>Hay diferencias culturales en categorías por región</a:t>
            </a:r>
          </a:p>
          <a:p>
            <a:r>
              <a:rPr lang="es-ES" dirty="0"/>
              <a:t>En EE. UU. el consumo está más balanceado (Entretenimiento, Música, Comedia), mientras que en otros países algunas categorías dominan claramente.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8720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3A4BE-0B83-DC08-931B-CA8071EF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Link al dashboard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ABFCFB-E31E-8B6B-CA05-22D89587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https://public.tableau.com/app/profile/laura.parra1849/viz/proye/Dashboard1?publish=yes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90513472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107</TotalTime>
  <Words>386</Words>
  <Application>Microsoft Office PowerPoint</Application>
  <PresentationFormat>Panorámica</PresentationFormat>
  <Paragraphs>35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Paquete</vt:lpstr>
      <vt:lpstr>Tendencias de videos en YouTube – análisis por tiempo, país y categoría</vt:lpstr>
      <vt:lpstr>OBJETIVO</vt:lpstr>
      <vt:lpstr>METODOLOGÍA</vt:lpstr>
      <vt:lpstr>¿Qué categorías de videos estuvieron en tendencia más frecuentemente?</vt:lpstr>
      <vt:lpstr>¿Cómo se distribuyeron en las regiones?</vt:lpstr>
      <vt:lpstr>¿Hubo diferencias entre las categorías populares en Estados Unidos y en otros lugares?</vt:lpstr>
      <vt:lpstr>CONCLUSIONES</vt:lpstr>
      <vt:lpstr>Link 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Estudiante</dc:creator>
  <cp:lastModifiedBy>Estudiante</cp:lastModifiedBy>
  <cp:revision>3</cp:revision>
  <dcterms:created xsi:type="dcterms:W3CDTF">2025-09-25T22:09:56Z</dcterms:created>
  <dcterms:modified xsi:type="dcterms:W3CDTF">2025-09-26T22:56:48Z</dcterms:modified>
</cp:coreProperties>
</file>